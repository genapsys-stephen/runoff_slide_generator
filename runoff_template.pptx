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6" r:id="rId2"/>
  </p:sldMasterIdLst>
  <p:notesMasterIdLst>
    <p:notesMasterId r:id="rId3"/>
  </p:notesMasterIdLst>
  <p:handoutMasterIdLst>
    <p:handoutMasterId r:id="rId4"/>
  </p:handoutMaster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3790"/>
    <a:srgbClr val="27317F"/>
    <a:srgbClr val="272B76"/>
    <a:srgbClr val="272176"/>
    <a:srgbClr val="2E2789"/>
    <a:srgbClr val="1E2289"/>
    <a:srgbClr val="23289A"/>
    <a:srgbClr val="11199A"/>
    <a:srgbClr val="14239A"/>
    <a:srgbClr val="1828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C62153-F000-47B7-A046-FFE87773C24B}">
  <a:tblStyle styleId="{BBC62153-F000-47B7-A046-FFE87773C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1CD1BA-C5B5-42AF-8727-036A791A3A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71"/>
    <p:restoredTop sz="94753"/>
  </p:normalViewPr>
  <p:slideViewPr>
    <p:cSldViewPr snapToGrid="0">
      <p:cViewPr varScale="1">
        <p:scale>
          <a:sx n="83" d="100"/>
          <a:sy n="83" d="100"/>
        </p:scale>
        <p:origin x="106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63F412-1E33-9140-B716-6C957E9569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4CF88-E139-0C45-B3F0-D957D79B76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0CC9-606E-284D-BBEA-491681335003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A288F-D7A7-4745-A4A1-DFE7D485FD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808B5-0FB3-6549-B39B-3D1D67E18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4EC5A-96C2-894D-8AFE-D02F54528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26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457950" y="4731546"/>
            <a:ext cx="23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-82768" y="3867346"/>
            <a:ext cx="9297000" cy="13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7493" y="361247"/>
            <a:ext cx="4268516" cy="13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-82768" y="3375182"/>
            <a:ext cx="1324200" cy="330300"/>
          </a:xfrm>
          <a:prstGeom prst="rect">
            <a:avLst/>
          </a:prstGeom>
          <a:solidFill>
            <a:srgbClr val="44B6E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1347952" y="2329355"/>
            <a:ext cx="7350300" cy="14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676"/>
              </a:buClr>
              <a:buSzPts val="3000"/>
              <a:buFont typeface="Verdana"/>
              <a:buNone/>
              <a:defRPr sz="3000" b="0" i="0">
                <a:solidFill>
                  <a:srgbClr val="2736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ftr" idx="11"/>
          </p:nvPr>
        </p:nvSpPr>
        <p:spPr>
          <a:xfrm>
            <a:off x="5347605" y="475637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BC0E5-BC6E-4A32-9BF5-2F36ACB31F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9332" y="3901282"/>
            <a:ext cx="4848936" cy="5461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D7A1075-6CDB-4125-AE87-52E987A2B1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9332" y="4519273"/>
            <a:ext cx="4848936" cy="5461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27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Title Slide" preserve="1">
  <p:cSld name="8_Title Slid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3545237" y="1746556"/>
            <a:ext cx="2022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Click to insert image</a:t>
            </a:r>
            <a:endParaRPr sz="1100"/>
          </a:p>
        </p:txBody>
      </p:sp>
      <p:sp>
        <p:nvSpPr>
          <p:cNvPr id="68" name="Google Shape;68;p15"/>
          <p:cNvSpPr>
            <a:spLocks noGrp="1"/>
          </p:cNvSpPr>
          <p:nvPr>
            <p:ph type="pic" idx="2"/>
          </p:nvPr>
        </p:nvSpPr>
        <p:spPr>
          <a:xfrm>
            <a:off x="-83344" y="-80962"/>
            <a:ext cx="9279600" cy="39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4B6E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6457950" y="4731546"/>
            <a:ext cx="2314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-82768" y="3867346"/>
            <a:ext cx="9279300" cy="135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7494" y="361247"/>
            <a:ext cx="4268512" cy="136206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-82768" y="3375182"/>
            <a:ext cx="1324200" cy="330300"/>
          </a:xfrm>
          <a:prstGeom prst="rect">
            <a:avLst/>
          </a:prstGeom>
          <a:solidFill>
            <a:srgbClr val="44B6E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ctrTitle"/>
          </p:nvPr>
        </p:nvSpPr>
        <p:spPr>
          <a:xfrm>
            <a:off x="1347952" y="2329355"/>
            <a:ext cx="7350300" cy="14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676"/>
              </a:buClr>
              <a:buSzPts val="3000"/>
              <a:buFont typeface="Verdana"/>
              <a:buNone/>
              <a:defRPr sz="3000" b="0" i="0">
                <a:solidFill>
                  <a:srgbClr val="2736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1347952" y="4030281"/>
            <a:ext cx="73503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807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preserve="1">
  <p:cSld name="Section 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680" y="4340813"/>
            <a:ext cx="8883894" cy="26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-62311"/>
          <a:stretch/>
        </p:blipFill>
        <p:spPr>
          <a:xfrm>
            <a:off x="-203720" y="4340813"/>
            <a:ext cx="532672" cy="42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80" y="4651153"/>
            <a:ext cx="1294809" cy="41316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29678" y="692116"/>
            <a:ext cx="82635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676"/>
              </a:buClr>
              <a:buSzPts val="4100"/>
              <a:buFont typeface="Verdana"/>
              <a:buNone/>
              <a:defRPr sz="4100" b="0">
                <a:solidFill>
                  <a:srgbClr val="27367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29678" y="2851910"/>
            <a:ext cx="82635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44B6E5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F8F8F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F8F8F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3936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 type="secHead" preserve="1">
  <p:cSld name="1_Section 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-106418" y="-37543"/>
            <a:ext cx="9320700" cy="5218500"/>
          </a:xfrm>
          <a:prstGeom prst="rect">
            <a:avLst/>
          </a:prstGeom>
          <a:solidFill>
            <a:srgbClr val="27367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29678" y="692116"/>
            <a:ext cx="82635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Verdana"/>
              <a:buNone/>
              <a:defRPr sz="41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29678" y="2851910"/>
            <a:ext cx="82635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F8F8F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F8F8F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9pPr>
          </a:lstStyle>
          <a:p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679" y="4340813"/>
            <a:ext cx="8884621" cy="26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012" y="4340813"/>
            <a:ext cx="534691" cy="26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80" y="4651153"/>
            <a:ext cx="1294808" cy="413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9006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Section Header" preserve="1">
  <p:cSld name="2_Section 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-106418" y="-37543"/>
            <a:ext cx="9320700" cy="521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29678" y="692116"/>
            <a:ext cx="82635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Verdana"/>
              <a:buNone/>
              <a:defRPr sz="41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29678" y="2851910"/>
            <a:ext cx="82635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F8F8F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F8F8F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9pPr>
          </a:lstStyle>
          <a:p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679" y="4340813"/>
            <a:ext cx="8884621" cy="26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012" y="4340813"/>
            <a:ext cx="534691" cy="26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80" y="4651153"/>
            <a:ext cx="1294808" cy="413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233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Section Header" preserve="1">
  <p:cSld name="3_Section 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-106418" y="-37543"/>
            <a:ext cx="9320700" cy="5218500"/>
          </a:xfrm>
          <a:prstGeom prst="rect">
            <a:avLst/>
          </a:prstGeom>
          <a:solidFill>
            <a:srgbClr val="2193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29678" y="692116"/>
            <a:ext cx="82635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Verdana"/>
              <a:buNone/>
              <a:defRPr sz="41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29678" y="2851910"/>
            <a:ext cx="82635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F8F8F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F8F8F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F8F8F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F8F8F"/>
              </a:buClr>
              <a:buSzPts val="1200"/>
              <a:buNone/>
              <a:defRPr sz="1200">
                <a:solidFill>
                  <a:srgbClr val="8F8F8F"/>
                </a:solidFill>
              </a:defRPr>
            </a:lvl9pPr>
          </a:lstStyle>
          <a:p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9679" y="4340813"/>
            <a:ext cx="8884621" cy="26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012" y="4340813"/>
            <a:ext cx="534691" cy="261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80" y="4651153"/>
            <a:ext cx="1294808" cy="413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7753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62581" y="273844"/>
            <a:ext cx="8119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67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62581" y="782620"/>
            <a:ext cx="81195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ftr" idx="11"/>
          </p:nvPr>
        </p:nvSpPr>
        <p:spPr>
          <a:xfrm>
            <a:off x="5347605" y="475637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57450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1_Title and 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62581" y="273844"/>
            <a:ext cx="8119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67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62581" y="782620"/>
            <a:ext cx="81195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ftr" idx="11"/>
          </p:nvPr>
        </p:nvSpPr>
        <p:spPr>
          <a:xfrm>
            <a:off x="5347605" y="475637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4629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72970" y="273844"/>
            <a:ext cx="8119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67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69770" y="77445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2"/>
          </p:nvPr>
        </p:nvSpPr>
        <p:spPr>
          <a:xfrm>
            <a:off x="4606105" y="77445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ftr" idx="11"/>
          </p:nvPr>
        </p:nvSpPr>
        <p:spPr>
          <a:xfrm>
            <a:off x="5347605" y="475637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45074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ftr" idx="11"/>
          </p:nvPr>
        </p:nvSpPr>
        <p:spPr>
          <a:xfrm>
            <a:off x="5347605" y="475637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 dirty="0"/>
              <a:t>Confidential. Not for distribution</a:t>
            </a:r>
            <a:endParaRPr dirty="0"/>
          </a:p>
        </p:txBody>
      </p:sp>
      <p:sp>
        <p:nvSpPr>
          <p:cNvPr id="13" name="Google Shape;169;p31">
            <a:extLst>
              <a:ext uri="{FF2B5EF4-FFF2-40B4-BE49-F238E27FC236}">
                <a16:creationId xmlns:a16="http://schemas.microsoft.com/office/drawing/2014/main" id="{CA1B5963-8BF7-0241-BA77-C4E12A7AC824}"/>
              </a:ext>
            </a:extLst>
          </p:cNvPr>
          <p:cNvSpPr txBox="1"/>
          <p:nvPr userDrawn="1"/>
        </p:nvSpPr>
        <p:spPr>
          <a:xfrm>
            <a:off x="3206215" y="239060"/>
            <a:ext cx="2955563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r>
              <a:rPr lang="en" sz="900" b="1" dirty="0">
                <a:latin typeface="Verdana"/>
                <a:ea typeface="Verdana"/>
                <a:cs typeface="Verdana"/>
                <a:sym typeface="Verdana"/>
              </a:rPr>
              <a:t>PRE-SEQ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latin typeface="Verdana"/>
                <a:ea typeface="Verdana"/>
                <a:cs typeface="Verdana"/>
                <a:sym typeface="Verdana"/>
              </a:rPr>
              <a:t>POST-SEQ</a:t>
            </a:r>
            <a:endParaRPr sz="9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70;p31">
            <a:extLst>
              <a:ext uri="{FF2B5EF4-FFF2-40B4-BE49-F238E27FC236}">
                <a16:creationId xmlns:a16="http://schemas.microsoft.com/office/drawing/2014/main" id="{4B754E43-A3C2-C947-B0E5-9D3A16770902}"/>
              </a:ext>
            </a:extLst>
          </p:cNvPr>
          <p:cNvSpPr txBox="1"/>
          <p:nvPr userDrawn="1"/>
        </p:nvSpPr>
        <p:spPr>
          <a:xfrm rot="-5400000">
            <a:off x="-383664" y="1818692"/>
            <a:ext cx="1561469" cy="48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latin typeface="Verdana"/>
                <a:ea typeface="Verdana"/>
                <a:cs typeface="Verdana"/>
                <a:sym typeface="Verdana"/>
              </a:rPr>
              <a:t>PRE-SEQUENCING</a:t>
            </a:r>
            <a:endParaRPr sz="800" b="1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Verdana"/>
                <a:ea typeface="Verdana"/>
                <a:cs typeface="Verdana"/>
                <a:sym typeface="Verdana"/>
              </a:rPr>
              <a:t>whole chip</a:t>
            </a:r>
            <a:endParaRPr sz="1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" name="Google Shape;171;p31">
            <a:extLst>
              <a:ext uri="{FF2B5EF4-FFF2-40B4-BE49-F238E27FC236}">
                <a16:creationId xmlns:a16="http://schemas.microsoft.com/office/drawing/2014/main" id="{934A5145-2841-3F4D-83C4-E46DAA73E348}"/>
              </a:ext>
            </a:extLst>
          </p:cNvPr>
          <p:cNvSpPr txBox="1"/>
          <p:nvPr userDrawn="1"/>
        </p:nvSpPr>
        <p:spPr>
          <a:xfrm>
            <a:off x="7249870" y="1601638"/>
            <a:ext cx="1013597" cy="116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Average SNR:  </a:t>
            </a:r>
            <a:endParaRPr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Median SNR:</a:t>
            </a:r>
            <a:endParaRPr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Median jumps:</a:t>
            </a:r>
            <a:endParaRPr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Mean noise:</a:t>
            </a:r>
            <a:endParaRPr sz="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25" name="Picture Placeholder 21">
            <a:extLst>
              <a:ext uri="{FF2B5EF4-FFF2-40B4-BE49-F238E27FC236}">
                <a16:creationId xmlns:a16="http://schemas.microsoft.com/office/drawing/2014/main" id="{14662B65-9862-3042-9AB8-9B0C908541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4059" y="2978850"/>
            <a:ext cx="1559300" cy="9150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1FE7BF2E-E597-674E-8587-3ED57D5FE5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56965" y="2978851"/>
            <a:ext cx="1559300" cy="915037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1">
            <a:extLst>
              <a:ext uri="{FF2B5EF4-FFF2-40B4-BE49-F238E27FC236}">
                <a16:creationId xmlns:a16="http://schemas.microsoft.com/office/drawing/2014/main" id="{F996E396-1EE3-364B-BB42-B09A6F2A85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16578" y="2978852"/>
            <a:ext cx="1559300" cy="915037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1">
            <a:extLst>
              <a:ext uri="{FF2B5EF4-FFF2-40B4-BE49-F238E27FC236}">
                <a16:creationId xmlns:a16="http://schemas.microsoft.com/office/drawing/2014/main" id="{64D1B2FC-14E6-EB47-AA31-970BE68A46E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90570" y="2978852"/>
            <a:ext cx="1559300" cy="915037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Picture Placeholder 21">
            <a:extLst>
              <a:ext uri="{FF2B5EF4-FFF2-40B4-BE49-F238E27FC236}">
                <a16:creationId xmlns:a16="http://schemas.microsoft.com/office/drawing/2014/main" id="{5245043B-D994-FE45-993C-63D5C76BD1E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2913" y="1656713"/>
            <a:ext cx="1559300" cy="9150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Picture Placeholder 21">
            <a:extLst>
              <a:ext uri="{FF2B5EF4-FFF2-40B4-BE49-F238E27FC236}">
                <a16:creationId xmlns:a16="http://schemas.microsoft.com/office/drawing/2014/main" id="{B1E91BFF-47AF-694D-99BB-75CDB8352AE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35819" y="1656713"/>
            <a:ext cx="1559300" cy="915037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21">
            <a:extLst>
              <a:ext uri="{FF2B5EF4-FFF2-40B4-BE49-F238E27FC236}">
                <a16:creationId xmlns:a16="http://schemas.microsoft.com/office/drawing/2014/main" id="{A854A874-90D3-3F40-8110-A38E204E62C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995432" y="1656713"/>
            <a:ext cx="1559300" cy="915037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CBB63C2-4888-494E-9E6E-A51D62D6185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55045" y="1656712"/>
            <a:ext cx="1559300" cy="9150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84B4A5-3903-1D48-8725-D13B0A3E02C9}"/>
              </a:ext>
            </a:extLst>
          </p:cNvPr>
          <p:cNvSpPr txBox="1"/>
          <p:nvPr userDrawn="1"/>
        </p:nvSpPr>
        <p:spPr>
          <a:xfrm>
            <a:off x="914400" y="1280160"/>
            <a:ext cx="82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SNR20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A1A1E6-BFA2-CF46-93AF-52C35F58A164}"/>
              </a:ext>
            </a:extLst>
          </p:cNvPr>
          <p:cNvSpPr txBox="1"/>
          <p:nvPr userDrawn="1"/>
        </p:nvSpPr>
        <p:spPr>
          <a:xfrm>
            <a:off x="2679134" y="1278275"/>
            <a:ext cx="82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SNR100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5A66F1-B97C-2446-8B78-9C5F15A8D4D6}"/>
              </a:ext>
            </a:extLst>
          </p:cNvPr>
          <p:cNvSpPr txBox="1"/>
          <p:nvPr userDrawn="1"/>
        </p:nvSpPr>
        <p:spPr>
          <a:xfrm>
            <a:off x="4422705" y="1278275"/>
            <a:ext cx="822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SNR200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5DD028-E961-724E-90AB-182604A1D24A}"/>
              </a:ext>
            </a:extLst>
          </p:cNvPr>
          <p:cNvSpPr txBox="1"/>
          <p:nvPr userDrawn="1"/>
        </p:nvSpPr>
        <p:spPr>
          <a:xfrm>
            <a:off x="5850317" y="1278275"/>
            <a:ext cx="1001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SNR_hist</a:t>
            </a:r>
            <a:endParaRPr lang="en-US" sz="1200" b="1" dirty="0"/>
          </a:p>
        </p:txBody>
      </p:sp>
      <p:sp>
        <p:nvSpPr>
          <p:cNvPr id="41" name="Google Shape;171;p31">
            <a:extLst>
              <a:ext uri="{FF2B5EF4-FFF2-40B4-BE49-F238E27FC236}">
                <a16:creationId xmlns:a16="http://schemas.microsoft.com/office/drawing/2014/main" id="{C21AAAA5-0FB8-E141-8A1F-0E54D49ED003}"/>
              </a:ext>
            </a:extLst>
          </p:cNvPr>
          <p:cNvSpPr txBox="1"/>
          <p:nvPr userDrawn="1"/>
        </p:nvSpPr>
        <p:spPr>
          <a:xfrm>
            <a:off x="7249870" y="2886238"/>
            <a:ext cx="1183835" cy="1300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/>
                <a:ea typeface="Verdana"/>
                <a:cs typeface="Verdana"/>
                <a:sym typeface="Verdana"/>
              </a:rPr>
              <a:t>Average SNR:</a:t>
            </a:r>
            <a:endParaRPr sz="900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/>
                <a:ea typeface="Verdana"/>
                <a:cs typeface="Verdana"/>
                <a:sym typeface="Verdana"/>
              </a:rPr>
              <a:t>Median SNR: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/>
                <a:ea typeface="Verdana"/>
                <a:cs typeface="Verdana"/>
                <a:sym typeface="Verdana"/>
              </a:rPr>
              <a:t>Median jumps:</a:t>
            </a:r>
            <a:endParaRPr sz="900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latin typeface="Verdana"/>
                <a:ea typeface="Verdana"/>
                <a:cs typeface="Verdana"/>
                <a:sym typeface="Verdana"/>
              </a:rPr>
              <a:t>Mean noise: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latin typeface="Verdana"/>
                <a:ea typeface="Verdana"/>
                <a:cs typeface="Verdana"/>
                <a:sym typeface="Verdana"/>
              </a:rPr>
              <a:t>Loss: % SNR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latin typeface="Verdana"/>
                <a:ea typeface="Verdana"/>
                <a:cs typeface="Verdana"/>
                <a:sym typeface="Verdana"/>
              </a:rPr>
              <a:t>Loss: % jumps</a:t>
            </a:r>
            <a:endParaRPr sz="900" b="1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" name="Google Shape;170;p31">
            <a:extLst>
              <a:ext uri="{FF2B5EF4-FFF2-40B4-BE49-F238E27FC236}">
                <a16:creationId xmlns:a16="http://schemas.microsoft.com/office/drawing/2014/main" id="{7C635225-9E94-7E40-8CD8-5AC57BDCD677}"/>
              </a:ext>
            </a:extLst>
          </p:cNvPr>
          <p:cNvSpPr txBox="1"/>
          <p:nvPr userDrawn="1"/>
        </p:nvSpPr>
        <p:spPr>
          <a:xfrm rot="-5400000">
            <a:off x="-362518" y="3257659"/>
            <a:ext cx="1561469" cy="480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latin typeface="Verdana"/>
                <a:ea typeface="Verdana"/>
                <a:cs typeface="Verdana"/>
                <a:sym typeface="Verdana"/>
              </a:rPr>
              <a:t>POST-SEQUENCING</a:t>
            </a:r>
            <a:endParaRPr sz="800" b="1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Verdana"/>
                <a:ea typeface="Verdana"/>
                <a:cs typeface="Verdana"/>
                <a:sym typeface="Verdana"/>
              </a:rPr>
              <a:t>whole chip</a:t>
            </a:r>
            <a:endParaRPr sz="1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A2870BD-0173-FD42-9381-90D60DD886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6096" y="70436"/>
            <a:ext cx="1627970" cy="330200"/>
          </a:xfrm>
        </p:spPr>
        <p:txBody>
          <a:bodyPr/>
          <a:lstStyle>
            <a:lvl1pPr>
              <a:buNone/>
              <a:defRPr sz="1000" b="1"/>
            </a:lvl1pPr>
          </a:lstStyle>
          <a:p>
            <a:pPr lvl="0"/>
            <a:r>
              <a:rPr lang="en-US" dirty="0" err="1"/>
              <a:t>Chip_id</a:t>
            </a:r>
            <a:endParaRPr lang="en-US" dirty="0"/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C36656D0-9832-E443-830B-E171560507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22347" y="54808"/>
            <a:ext cx="1627970" cy="330200"/>
          </a:xfrm>
        </p:spPr>
        <p:txBody>
          <a:bodyPr/>
          <a:lstStyle>
            <a:lvl1pPr>
              <a:buNone/>
              <a:defRPr sz="1000" b="1"/>
            </a:lvl1pPr>
          </a:lstStyle>
          <a:p>
            <a:pPr lvl="0"/>
            <a:r>
              <a:rPr lang="en-US" dirty="0" err="1"/>
              <a:t>Chip_label</a:t>
            </a:r>
            <a:endParaRPr lang="en-US" dirty="0"/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4593108-2C13-EF49-9D52-30EBE76524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86907" y="263037"/>
            <a:ext cx="5457093" cy="330200"/>
          </a:xfrm>
        </p:spPr>
        <p:txBody>
          <a:bodyPr/>
          <a:lstStyle>
            <a:lvl1pPr>
              <a:buNone/>
              <a:defRPr sz="800"/>
            </a:lvl1pPr>
          </a:lstStyle>
          <a:p>
            <a:pPr lvl="0"/>
            <a:r>
              <a:rPr lang="en-US" dirty="0"/>
              <a:t>Pre seq path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CA371341-FD36-0745-94EE-F00885C6CB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79442" y="417817"/>
            <a:ext cx="5381555" cy="330200"/>
          </a:xfrm>
        </p:spPr>
        <p:txBody>
          <a:bodyPr/>
          <a:lstStyle>
            <a:lvl1pPr>
              <a:buNone/>
              <a:defRPr sz="800"/>
            </a:lvl1pPr>
          </a:lstStyle>
          <a:p>
            <a:pPr lvl="0"/>
            <a:r>
              <a:rPr lang="en-US" dirty="0"/>
              <a:t>Post seq path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365FD4-1336-0B4A-A4AF-66995BAA101C}"/>
              </a:ext>
            </a:extLst>
          </p:cNvPr>
          <p:cNvSpPr txBox="1"/>
          <p:nvPr userDrawn="1"/>
        </p:nvSpPr>
        <p:spPr>
          <a:xfrm>
            <a:off x="4254347" y="38615"/>
            <a:ext cx="32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/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5E5FB7-8A9F-E04C-803C-310D79EDCB58}"/>
              </a:ext>
            </a:extLst>
          </p:cNvPr>
          <p:cNvSpPr txBox="1"/>
          <p:nvPr userDrawn="1"/>
        </p:nvSpPr>
        <p:spPr>
          <a:xfrm>
            <a:off x="431047" y="263037"/>
            <a:ext cx="16069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500" b="1" dirty="0">
                <a:solidFill>
                  <a:srgbClr val="2B379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Conditions</a:t>
            </a:r>
            <a:endParaRPr lang="en-US" sz="1500" b="1" dirty="0">
              <a:solidFill>
                <a:srgbClr val="2B379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998C4-6E65-714E-8DA5-CFBD943153E0}"/>
              </a:ext>
            </a:extLst>
          </p:cNvPr>
          <p:cNvSpPr txBox="1"/>
          <p:nvPr userDrawn="1"/>
        </p:nvSpPr>
        <p:spPr>
          <a:xfrm>
            <a:off x="8776904" y="1809313"/>
            <a:ext cx="2301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±</a:t>
            </a:r>
            <a:endParaRPr lang="en-US" sz="9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837B7-3DDC-8841-9B77-AE42DA45B5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164287" y="1533234"/>
            <a:ext cx="82296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C986266C-0059-8A4B-8634-07F5A1C0A3B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69020" y="1698334"/>
            <a:ext cx="688074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D8B345C4-A99C-834B-ADF6-573D02084ED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932664" y="1739132"/>
            <a:ext cx="58783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4B406BDF-DE2A-0E45-9C75-30075943A54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200758" y="1857017"/>
            <a:ext cx="82296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13EFE330-3A22-B04E-8561-099FE78AB3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037666" y="2041427"/>
            <a:ext cx="82296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DFE2BC-8FB6-9041-A3C1-F6094A4BC55A}"/>
              </a:ext>
            </a:extLst>
          </p:cNvPr>
          <p:cNvSpPr txBox="1"/>
          <p:nvPr userDrawn="1"/>
        </p:nvSpPr>
        <p:spPr>
          <a:xfrm>
            <a:off x="8788731" y="3054101"/>
            <a:ext cx="2301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±</a:t>
            </a:r>
            <a:endParaRPr lang="en-US" sz="900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17CA735F-B73F-A946-9532-142378D32ED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76114" y="2778022"/>
            <a:ext cx="82296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B74632B-F3B6-6B41-8B00-3117DDBFAFD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080847" y="2943122"/>
            <a:ext cx="688074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23C15681-F300-6C4D-9849-66FAA5EAF57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932664" y="2909069"/>
            <a:ext cx="82296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46CFEF7E-FCC2-8B40-AD12-22CB2840FCF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9704" y="3123450"/>
            <a:ext cx="82296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C586D4BB-005D-D748-95E3-F91B97F3EC0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69264" y="3311994"/>
            <a:ext cx="587830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9302F2C7-CE39-8742-8B04-DAE9B7A2387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169028" y="3399783"/>
            <a:ext cx="1445903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DF0E746A-61EF-D548-95E0-93B1969751F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228796" y="3536409"/>
            <a:ext cx="1374865" cy="330200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4915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ftr" idx="11"/>
          </p:nvPr>
        </p:nvSpPr>
        <p:spPr>
          <a:xfrm>
            <a:off x="5347605" y="475637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0378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Page" preserve="1">
  <p:cSld name="End Pag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/>
          <p:nvPr/>
        </p:nvSpPr>
        <p:spPr>
          <a:xfrm>
            <a:off x="-94593" y="-37543"/>
            <a:ext cx="9309000" cy="521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4593" y="4663351"/>
            <a:ext cx="9308896" cy="273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7011" y="982287"/>
            <a:ext cx="4169979" cy="133061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623888" y="2650523"/>
            <a:ext cx="7886700" cy="16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Verdana"/>
              <a:buNone/>
              <a:defRPr sz="27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6876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End Page" preserve="1">
  <p:cSld name="1_End Pag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/>
          <p:nvPr/>
        </p:nvSpPr>
        <p:spPr>
          <a:xfrm>
            <a:off x="-94593" y="-37543"/>
            <a:ext cx="9309000" cy="5218500"/>
          </a:xfrm>
          <a:prstGeom prst="rect">
            <a:avLst/>
          </a:prstGeom>
          <a:solidFill>
            <a:srgbClr val="44B6E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4593" y="4663351"/>
            <a:ext cx="9308896" cy="273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7011" y="982287"/>
            <a:ext cx="4169979" cy="1330617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623888" y="2650523"/>
            <a:ext cx="7886700" cy="16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Verdana"/>
              <a:buNone/>
              <a:defRPr sz="27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75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End Page" preserve="1">
  <p:cSld name="2_End Page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/>
          <p:nvPr/>
        </p:nvSpPr>
        <p:spPr>
          <a:xfrm>
            <a:off x="-94593" y="-37543"/>
            <a:ext cx="9309000" cy="5218500"/>
          </a:xfrm>
          <a:prstGeom prst="rect">
            <a:avLst/>
          </a:prstGeom>
          <a:solidFill>
            <a:srgbClr val="2193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4593" y="4663351"/>
            <a:ext cx="9308896" cy="273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7011" y="982287"/>
            <a:ext cx="4169979" cy="133061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xfrm>
            <a:off x="623888" y="2650523"/>
            <a:ext cx="7886700" cy="16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Verdana"/>
              <a:buNone/>
              <a:defRPr sz="27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306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29680" y="4651153"/>
            <a:ext cx="1294809" cy="41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29680" y="4340813"/>
            <a:ext cx="8883894" cy="26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18">
            <a:alphaModFix/>
          </a:blip>
          <a:srcRect b="-34012"/>
          <a:stretch/>
        </p:blipFill>
        <p:spPr>
          <a:xfrm>
            <a:off x="-81800" y="4340813"/>
            <a:ext cx="411480" cy="35013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/>
        </p:nvSpPr>
        <p:spPr>
          <a:xfrm>
            <a:off x="8265380" y="4787980"/>
            <a:ext cx="5073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 b="1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sz="900" b="1" i="0" u="none" strike="noStrike" cap="non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71139" y="427564"/>
            <a:ext cx="84018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676"/>
              </a:buClr>
              <a:buSzPts val="1500"/>
              <a:buFont typeface="Verdana"/>
              <a:buNone/>
              <a:defRPr sz="1500" b="1" i="0" u="none" strike="noStrike" cap="none">
                <a:solidFill>
                  <a:srgbClr val="2736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371140" y="936341"/>
            <a:ext cx="840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4B6E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4B6E5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rgbClr val="3F3F3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5347605" y="4756377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33334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GenapSys Colors">
      <a:dk1>
        <a:srgbClr val="3C3C3C"/>
      </a:dk1>
      <a:lt1>
        <a:srgbClr val="FFFFFF"/>
      </a:lt1>
      <a:dk2>
        <a:srgbClr val="000000"/>
      </a:dk2>
      <a:lt2>
        <a:srgbClr val="FFFFFF"/>
      </a:lt2>
      <a:accent1>
        <a:srgbClr val="273675"/>
      </a:accent1>
      <a:accent2>
        <a:srgbClr val="44B6E5"/>
      </a:accent2>
      <a:accent3>
        <a:srgbClr val="99CC5B"/>
      </a:accent3>
      <a:accent4>
        <a:srgbClr val="F16557"/>
      </a:accent4>
      <a:accent5>
        <a:srgbClr val="6C65A7"/>
      </a:accent5>
      <a:accent6>
        <a:srgbClr val="E54400"/>
      </a:accent6>
      <a:hlink>
        <a:srgbClr val="0092D3"/>
      </a:hlink>
      <a:folHlink>
        <a:srgbClr val="F1655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1758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Verdana</vt:lpstr>
      <vt:lpstr>Simple Light</vt:lpstr>
      <vt:lpstr>2_Office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{{presentation_title}}</dc:title>
  <cp:lastModifiedBy>Stephen Chow</cp:lastModifiedBy>
  <cp:revision>65</cp:revision>
  <dcterms:modified xsi:type="dcterms:W3CDTF">2020-11-19T15:07:45Z</dcterms:modified>
</cp:coreProperties>
</file>